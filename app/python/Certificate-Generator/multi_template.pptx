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6858000" cy="9144000"/>
  <p:embeddedFontLst>
    <p:embeddedFont>
      <p:font typeface="Book Antiqua" panose="02040602050305030304" pitchFamily="18" charset="0"/>
      <p:regular r:id="rId4"/>
      <p:bold r:id="rId5"/>
      <p:italic r:id="rId6"/>
      <p:boldItalic r:id="rId7"/>
    </p:embeddedFont>
    <p:embeddedFont>
      <p:font typeface="Dancing Script" panose="020B0604020202020204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ing4Mi+GRi9JGsZvnJdmikW+Ni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39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682329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682329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682329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682329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777332" y="-270668"/>
            <a:ext cx="4351338" cy="854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5251055" y="2203054"/>
            <a:ext cx="5811838" cy="2135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917180" y="128984"/>
            <a:ext cx="5811838" cy="6284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778550" y="1402527"/>
            <a:ext cx="6348900" cy="9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7200" dirty="0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Participation</a:t>
            </a:r>
            <a:endParaRPr sz="7200" i="0" u="none" strike="noStrike" cap="none" dirty="0">
              <a:solidFill>
                <a:schemeClr val="dk1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3010969" y="2597723"/>
            <a:ext cx="3884062" cy="213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awarded to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639834" y="3431906"/>
            <a:ext cx="6626332" cy="159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his/her participation during the “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&lt;&lt;EVENT_TITLE&gt;&gt;”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held at the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Plenary Hall, Barangay Maligaya, Science City of Muñoz, Nueva Ecija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last &lt;&lt;EVENT_DATE&gt;&gt;.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this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&lt;&lt;DATE_GIVEN&gt;&gt;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943479" y="5649824"/>
            <a:ext cx="4034508" cy="44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ROEL R. SURALTA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Chief, DA-CBC</a:t>
            </a:r>
            <a:endParaRPr sz="14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8869" y="4881772"/>
            <a:ext cx="1588262" cy="12388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3612972" y="1090277"/>
            <a:ext cx="3328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Certificate of</a:t>
            </a:r>
            <a:endParaRPr sz="3600">
              <a:solidFill>
                <a:schemeClr val="dk1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2" name="Google Shape;89;p1">
            <a:extLst>
              <a:ext uri="{FF2B5EF4-FFF2-40B4-BE49-F238E27FC236}">
                <a16:creationId xmlns:a16="http://schemas.microsoft.com/office/drawing/2014/main" id="{F3938DAA-F329-3F0B-67E9-F889598FB05C}"/>
              </a:ext>
            </a:extLst>
          </p:cNvPr>
          <p:cNvSpPr txBox="1"/>
          <p:nvPr/>
        </p:nvSpPr>
        <p:spPr>
          <a:xfrm>
            <a:off x="192487" y="2974368"/>
            <a:ext cx="9521027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Dancing Script"/>
              </a:rPr>
              <a:t>&lt;&lt;NAME&gt;&gt;</a:t>
            </a:r>
            <a:endParaRPr sz="36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ancing Scrip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</Words>
  <Application>Microsoft Office PowerPoint</Application>
  <PresentationFormat>A4 Paper (210x297 mm)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Dancing Script</vt:lpstr>
      <vt:lpstr>Arial</vt:lpstr>
      <vt:lpstr>Calibri</vt:lpstr>
      <vt:lpstr>Book Antiqua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Precious Mae Gabato</dc:creator>
  <cp:lastModifiedBy>PhilRice</cp:lastModifiedBy>
  <cp:revision>4</cp:revision>
  <dcterms:created xsi:type="dcterms:W3CDTF">2024-12-11T06:02:03Z</dcterms:created>
  <dcterms:modified xsi:type="dcterms:W3CDTF">2026-03-28T06:27:02Z</dcterms:modified>
</cp:coreProperties>
</file>